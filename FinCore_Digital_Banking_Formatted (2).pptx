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92608"/>
            <a:ext cx="5532120" cy="5989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40000"/>
            <a:ext cx="2926080" cy="40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82F5D"/>
                </a:solidFill>
                <a:latin typeface="Aptos"/>
              </a:rPr>
              <a:t>FinCoreBank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0000"/>
            <a:ext cx="3200000" cy="24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082F5D"/>
                </a:solidFill>
                <a:latin typeface="Aptos"/>
              </a:rPr>
              <a:t>Smart Banking for a Better Tomorrow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70000"/>
            <a:ext cx="4389120" cy="64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1">
                <a:solidFill>
                  <a:srgbClr val="082F5D"/>
                </a:solidFill>
                <a:latin typeface="Aptos"/>
              </a:rPr>
              <a:t>Fin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00000"/>
            <a:ext cx="5150000" cy="95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39197"/>
                </a:solidFill>
                <a:latin typeface="Aptos"/>
              </a:rPr>
              <a:t>Secure Digital Banking Platform with
Transaction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0000"/>
            <a:ext cx="4700000" cy="7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Complete onboarding, transaction, and loan management for modern banking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4150000"/>
            <a:ext cx="4650000" cy="1060000"/>
          </a:xfrm>
          <a:prstGeom prst="roundRect">
            <a:avLst>
              <a:gd name="adj" fmla="val 7000"/>
            </a:avLst>
          </a:prstGeom>
          <a:solidFill>
            <a:srgbClr val="EAF2FB"/>
          </a:solidFill>
          <a:ln w="9525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4250000"/>
            <a:ext cx="2600000" cy="2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39197"/>
                </a:solidFill>
                <a:latin typeface="Aptos"/>
              </a:rPr>
              <a:t>UNDER THE GUIDANCE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4570000"/>
            <a:ext cx="4100000" cy="5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Surmaya Biswas</a:t>
            </a:r>
          </a:p>
          <a:p>
            <a:pPr algn="l"/>
            <a:r>
              <a:rPr sz="1200" b="0">
                <a:solidFill>
                  <a:srgbClr val="082F5D"/>
                </a:solidFill>
                <a:latin typeface="Aptos"/>
              </a:rPr>
              <a:t>Project Mentor, Infosys Springboard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50000"/>
            <a:ext cx="4600000" cy="33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82F5D"/>
                </a:solidFill>
                <a:latin typeface="Aptos"/>
              </a:rPr>
              <a:t>JAVA     •     SPRING     •     REACT     •     MYSQL</a:t>
            </a:r>
          </a:p>
        </p:txBody>
      </p:sp>
      <p:sp>
        <p:nvSpPr>
          <p:cNvPr id="30" name="Rounded Rectangle Team"/>
          <p:cNvSpPr/>
          <p:nvPr/>
        </p:nvSpPr>
        <p:spPr>
          <a:xfrm>
            <a:off x="6500000" y="2050000"/>
            <a:ext cx="50000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39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Team Header"/>
          <p:cNvSpPr txBox="1"/>
          <p:nvPr/>
        </p:nvSpPr>
        <p:spPr>
          <a:xfrm>
            <a:off x="6740000" y="2230000"/>
            <a:ext cx="4560000" cy="34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TEAM MEMBERS</a:t>
            </a:r>
          </a:p>
        </p:txBody>
      </p:sp>
      <p:sp>
        <p:nvSpPr>
          <p:cNvPr id="33" name="TextBox Team Names"/>
          <p:cNvSpPr txBox="1"/>
          <p:nvPr/>
        </p:nvSpPr>
        <p:spPr>
          <a:xfrm>
            <a:off x="6740000" y="2680000"/>
            <a:ext cx="4560000" cy="225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2B39"/>
                </a:solidFill>
                <a:latin typeface="Aptos"/>
              </a:rPr>
              <a:t>NagarJuna Magam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2B39"/>
                </a:solidFill>
                <a:latin typeface="Aptos"/>
              </a:rPr>
              <a:t>Arfa Saniya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2B39"/>
                </a:solidFill>
                <a:latin typeface="Aptos"/>
              </a:rPr>
              <a:t>Balkishan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2B39"/>
                </a:solidFill>
                <a:latin typeface="Aptos"/>
              </a:rPr>
              <a:t>Jayanth</a:t>
            </a:r>
          </a:p>
          <a:p>
            <a:pPr algn="l"/>
            <a:r>
              <a:rPr sz="1600" b="1">
                <a:solidFill>
                  <a:srgbClr val="1C2B39"/>
                </a:solidFill>
                <a:latin typeface="Aptos"/>
              </a:rPr>
              <a:t>Sulthana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Presentation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444752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096512" y="1499616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96512" y="1563624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536192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Problem &amp; Proposed 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066544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96512" y="2121408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6512" y="2185416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57984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Core Modules &amp; User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688336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96512" y="2743200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6512" y="2807208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779776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Customer and Transaction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3310128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96512" y="3364992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96512" y="3429000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4015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Loan Management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3931920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96512" y="3986784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96512" y="4050792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02336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Technology Stack &amp; System Architecture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553712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96512" y="4608576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6512" y="4672584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645152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Implementation Highlights &amp; Validations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5175504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096512" y="5230368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96512" y="5294376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5266944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Roadmap, Lessons Learned &amp; Conclusion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PROBLEM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082F5D"/>
                </a:solidFill>
                <a:latin typeface="Aptos"/>
              </a:rPr>
              <a:t>The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56235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63040"/>
            <a:ext cx="64008" cy="105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72768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569B4"/>
                </a:solidFill>
                <a:latin typeface="Aptos"/>
              </a:rPr>
              <a:t>Manual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93392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B39"/>
                </a:solidFill>
                <a:latin typeface="Aptos"/>
              </a:rPr>
              <a:t>Traditional onboarding can involve paperwork and repeated manual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77632"/>
            <a:ext cx="56235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677632"/>
            <a:ext cx="64008" cy="105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787360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489757"/>
                </a:solidFill>
                <a:latin typeface="Aptos"/>
              </a:rPr>
              <a:t>Balance &amp; Transaction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207984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B39"/>
                </a:solidFill>
                <a:latin typeface="Aptos"/>
              </a:rPr>
              <a:t>Customers need clear validation and immediate balance updates during transactions.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92224"/>
            <a:ext cx="56235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892224"/>
            <a:ext cx="64008" cy="1050000"/>
          </a:xfrm>
          <a:prstGeom prst="rect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001952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E88B19"/>
                </a:solidFill>
                <a:latin typeface="Aptos"/>
              </a:rPr>
              <a:t>Loan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422576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B39"/>
                </a:solidFill>
                <a:latin typeface="Aptos"/>
              </a:rPr>
              <a:t>Loan requests require a clear application, approval/rejection and repayment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106816"/>
            <a:ext cx="56235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106816"/>
            <a:ext cx="64008" cy="105000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216544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584896"/>
                </a:solidFill>
                <a:latin typeface="Aptos"/>
              </a:rPr>
              <a:t>Role Separation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5637168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B39"/>
                </a:solidFill>
                <a:latin typeface="Aptos"/>
              </a:rPr>
              <a:t>Admin and Customer actions must remain separated through authentication and authorization.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WHAT FIN CORE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082F5D"/>
                </a:solidFill>
                <a:latin typeface="Aptos"/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00000"/>
            <a:ext cx="55778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Fin Core replaces manual banking processes with a secure,
role-based digital workflow for onboarding, transactions, and loans.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20000"/>
            <a:ext cx="5623560" cy="98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20000"/>
            <a:ext cx="64008" cy="98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9728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569B4"/>
                </a:solidFill>
                <a:latin typeface="Aptos"/>
              </a:rPr>
              <a:t>Customer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50352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Customer submits a request; admin reviews and approves before account access is enabled.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10000"/>
            <a:ext cx="5623560" cy="98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110000"/>
            <a:ext cx="64008" cy="98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219728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89757"/>
                </a:solidFill>
                <a:latin typeface="Aptos"/>
              </a:rPr>
              <a:t>Transaction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640352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Deposit, withdrawal and transfer operations with balance and transaction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00000"/>
            <a:ext cx="5623560" cy="98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00000"/>
            <a:ext cx="64008" cy="980000"/>
          </a:xfrm>
          <a:prstGeom prst="rect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309728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88B19"/>
                </a:solidFill>
                <a:latin typeface="Aptos"/>
              </a:rPr>
              <a:t>Loan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730352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Customer applies for a loan; admin verifies and approves/rejects; repayment is tracked.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90000"/>
            <a:ext cx="5623560" cy="98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90000"/>
            <a:ext cx="64008" cy="98000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5399728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84896"/>
                </a:solidFill>
                <a:latin typeface="Aptos"/>
              </a:rPr>
              <a:t>Secure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820352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Spring Security controls authentication and role-based access for Admin and Customer.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MAJOR FUNCTIONAL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Core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55778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Fin Core is organized into four functional areas that together cover the full banking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703320" cy="14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64008" cy="140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34107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569B4"/>
                </a:solidFill>
                <a:latin typeface="Aptos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9192"/>
            <a:ext cx="3410712" cy="70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Registration, login, account access, transactions and loan requests.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59" y="2148840"/>
            <a:ext cx="3703320" cy="14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59" y="2148840"/>
            <a:ext cx="64008" cy="140000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258568"/>
            <a:ext cx="34107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39197"/>
                </a:solidFill>
                <a:latin typeface="Aptos"/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79192"/>
            <a:ext cx="3410712" cy="70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Review requests, approve/reject customers, manage account information and loan processing.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68840"/>
            <a:ext cx="3703320" cy="14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868840"/>
            <a:ext cx="64008" cy="140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8568"/>
            <a:ext cx="34107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89757"/>
                </a:solidFill>
                <a:latin typeface="Aptos"/>
              </a:rP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99192"/>
            <a:ext cx="3410712" cy="70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Deposit, withdrawal, transfer, balance checks and transaction history.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59" y="3868840"/>
            <a:ext cx="3703320" cy="14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59" y="3868840"/>
            <a:ext cx="64008" cy="1400000"/>
          </a:xfrm>
          <a:prstGeom prst="rect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978568"/>
            <a:ext cx="34107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88B19"/>
                </a:solidFill>
                <a:latin typeface="Aptos"/>
              </a:rPr>
              <a:t>Loan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399192"/>
            <a:ext cx="3410712" cy="70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Loan application, approval/rejection, loan account/disbursement and repayment.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82F5D"/>
                </a:solidFill>
                <a:latin typeface="Aptos"/>
              </a:rPr>
              <a:t>HOW A CUSTOMER USES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Customer &amp; Transaction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084831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1691640"/>
            <a:ext cx="420624" cy="420624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709928"/>
            <a:ext cx="1353311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Customer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240280"/>
            <a:ext cx="1792223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Logs in after successful 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064" y="1600200"/>
            <a:ext cx="2084831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7792" y="1691640"/>
            <a:ext cx="420624" cy="420624"/>
          </a:xfrm>
          <a:prstGeom prst="ellipse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75564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709928"/>
            <a:ext cx="1353311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Raise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240280"/>
            <a:ext cx="1792223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Submits a request for banking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8" y="1600200"/>
            <a:ext cx="2084831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48656" y="1691640"/>
            <a:ext cx="420624" cy="420624"/>
          </a:xfrm>
          <a:prstGeom prst="ellipse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175564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709928"/>
            <a:ext cx="1353311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Admin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2240280"/>
            <a:ext cx="1792223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Admin approves or rejects the 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1600200"/>
            <a:ext cx="2084831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19" y="1691640"/>
            <a:ext cx="420624" cy="420624"/>
          </a:xfrm>
          <a:prstGeom prst="ellipse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175564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1709928"/>
            <a:ext cx="1353311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Account Activated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2240280"/>
            <a:ext cx="1792223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Approval enables banking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0656" y="1600200"/>
            <a:ext cx="2084831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30384" y="1691640"/>
            <a:ext cx="420624" cy="420624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0384" y="175564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42448" y="1709928"/>
            <a:ext cx="1353311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Transactions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240280"/>
            <a:ext cx="1792223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Deposit, withdrawal &amp; transfer, fully validated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590288"/>
            <a:ext cx="10241280" cy="685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754880"/>
            <a:ext cx="9784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082F5D"/>
                </a:solidFill>
                <a:latin typeface="Aptos"/>
              </a:rPr>
              <a:t>Every transaction — deposit, withdrawal or transfer — passes account, balance and business-rule validation before it is processed.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82F5D"/>
                </a:solidFill>
                <a:latin typeface="Aptos"/>
              </a:rPr>
              <a:t>EXAMPLE OF WITHDRAWAL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Transaction Validation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429000" cy="28803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64008" cy="288036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18488"/>
            <a:ext cx="31363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489757"/>
                </a:solidFill>
                <a:latin typeface="Aptos"/>
              </a:rPr>
              <a:t>CASE 1 — FIRST WITHDRAWAL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08760"/>
            <a:ext cx="3136392" cy="1889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Balance ₹18,000 → withdraw ₹15,000 → allowed → balance ₹3,000.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28803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64008" cy="2880360"/>
          </a:xfrm>
          <a:prstGeom prst="rect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1363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E88B19"/>
                </a:solidFill>
                <a:latin typeface="Aptos"/>
              </a:rPr>
              <a:t>CASE 2 — NEXT WITHDRAWAL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08760"/>
            <a:ext cx="3136392" cy="1889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Balance is below ₹5,000 minimum → further withdrawal is blocked.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508760"/>
            <a:ext cx="3429000" cy="28803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508760"/>
            <a:ext cx="64008" cy="288036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618488"/>
            <a:ext cx="31363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584896"/>
                </a:solidFill>
                <a:latin typeface="Aptos"/>
              </a:rPr>
              <a:t>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408760"/>
            <a:ext cx="3136392" cy="1889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System checks balance &amp; business rule before every transaction.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36592"/>
            <a:ext cx="10287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19472"/>
            <a:ext cx="9829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82F5D"/>
                </a:solidFill>
                <a:latin typeface="Aptos"/>
              </a:rPr>
              <a:t>This same validation logic runs before every transaction in Fin Core — not just withdrawals.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82F5D"/>
                </a:solidFill>
                <a:latin typeface="Aptos"/>
              </a:rPr>
              <a:t>END-TO-END LOAN BUSINESS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Loan Management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6656" y="1645920"/>
            <a:ext cx="420624" cy="420624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70992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64207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Login &amp; Browse Schemes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View available schemes &amp; interest rates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554480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71416" y="1645920"/>
            <a:ext cx="420624" cy="420624"/>
          </a:xfrm>
          <a:prstGeom prst="ellipse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70992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664207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Apply for Loan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194560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Select scheme &amp; submit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554480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66175" y="1645920"/>
            <a:ext cx="420624" cy="420624"/>
          </a:xfrm>
          <a:prstGeom prst="ellipse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170992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664207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Admin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194560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Eligibility &amp; document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127248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6656" y="3218688"/>
            <a:ext cx="420624" cy="420624"/>
          </a:xfrm>
          <a:prstGeom prst="ellipse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282696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236976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Approve / Reject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767328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Decision with reason if rejected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3127248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71416" y="3218688"/>
            <a:ext cx="420624" cy="420624"/>
          </a:xfrm>
          <a:prstGeom prst="ellipse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3282696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236976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Disbursement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3767328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Loan account created &amp; funds released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6448" y="3127248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66175" y="3218688"/>
            <a:ext cx="420624" cy="420624"/>
          </a:xfrm>
          <a:prstGeom prst="ellipse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5" y="3282696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236976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Repayment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3767328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Tracked automatically until fully paid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800600"/>
            <a:ext cx="10287000" cy="640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4965192"/>
            <a:ext cx="9829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082F5D"/>
                </a:solidFill>
                <a:latin typeface="Aptos"/>
              </a:rPr>
              <a:t>Every loan moves through verification and approval before disbursement, with repayment tracked automatically until fully paid.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WHO USES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082F5D"/>
                </a:solidFill>
                <a:latin typeface="Aptos"/>
              </a:rPr>
              <a:t>User Roles &amp; Responsibilities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257800" cy="397763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64008" cy="3977639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49651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569B4"/>
                </a:solidFill>
                <a:latin typeface="Aptos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0000"/>
            <a:ext cx="4965192" cy="33558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C2B39"/>
                </a:solidFill>
                <a:latin typeface="Aptos"/>
              </a:rPr>
              <a:t>• Manages the platform
• Reviews and approves/rejects customer requests
• Manages customer/account information
• Processes loan applications
• Monitors transaction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63040"/>
            <a:ext cx="5257800" cy="397763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463040"/>
            <a:ext cx="64008" cy="3977639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72768"/>
            <a:ext cx="49651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39197"/>
                </a:solidFill>
                <a:latin typeface="Aptos"/>
              </a:rP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50000"/>
            <a:ext cx="4965192" cy="33558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C2B39"/>
                </a:solidFill>
                <a:latin typeface="Aptos"/>
              </a:rPr>
              <a:t>• Registers and logs in
• Accesses approved account
• Performs transactions
• Applies for loans
• Views loan and transaction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HOW THE PLATFORM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082F5D"/>
                </a:solidFill>
                <a:latin typeface="Aptos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3520440" cy="374903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64008" cy="3749039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18488"/>
            <a:ext cx="322783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569B4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3227832" cy="3127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C2B39"/>
                </a:solidFill>
                <a:latin typeface="Aptos"/>
              </a:rPr>
              <a:t>React.js
Axios
React Router
Bootstrap /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374903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64008" cy="3749039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18488"/>
            <a:ext cx="322783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39197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39112"/>
            <a:ext cx="3227832" cy="3127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C2B39"/>
                </a:solidFill>
                <a:latin typeface="Aptos"/>
              </a:rPr>
              <a:t>Java
Spring Boot
Spring MVC
Spring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08760"/>
            <a:ext cx="3520440" cy="374903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508760"/>
            <a:ext cx="64008" cy="3749039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618488"/>
            <a:ext cx="322783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489757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039112"/>
            <a:ext cx="3227832" cy="3127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C2B39"/>
                </a:solidFill>
                <a:latin typeface="Aptos"/>
              </a:rPr>
              <a:t>MySQL
Spring Data JPA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669280"/>
            <a:ext cx="6126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82F5D"/>
                </a:solidFill>
                <a:latin typeface="Aptos"/>
              </a:rPr>
              <a:t>Secure  •  Scalable  •  Reliable  •  Role-Based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High Level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246120" cy="2286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64008" cy="2286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29535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569B4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2953512" cy="1664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React.js SPA
What customers and admins see and click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63040"/>
            <a:ext cx="3246120" cy="2286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63040"/>
            <a:ext cx="64008" cy="228600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72768"/>
            <a:ext cx="29535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39197"/>
                </a:solidFill>
                <a:latin typeface="Aptos"/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93392"/>
            <a:ext cx="2953512" cy="1664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Spring Boot REST API + Spring Security
Auth &amp;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463040"/>
            <a:ext cx="3246120" cy="2286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1463040"/>
            <a:ext cx="64008" cy="2286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572768"/>
            <a:ext cx="29535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89757"/>
                </a:solidFill>
                <a:latin typeface="Aptos"/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993392"/>
            <a:ext cx="2953512" cy="1664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MySQL + Spring Data JPA
Accounts, loans and transactions</a:t>
            </a:r>
          </a:p>
        </p:txBody>
      </p:sp>
      <p:sp>
        <p:nvSpPr>
          <p:cNvPr id="21" name="Rounded Rectangle Backdrop"/>
          <p:cNvSpPr/>
          <p:nvPr/>
        </p:nvSpPr>
        <p:spPr>
          <a:xfrm>
            <a:off x="2600000" y="4010000"/>
            <a:ext cx="6980000" cy="48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26512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82F5D"/>
                </a:solidFill>
                <a:latin typeface="Aptos"/>
              </a:rPr>
              <a:t>CLIENT  →  API  →  SECURITY / BUSINESS LOGIC  →  DATABASE  → 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17720"/>
            <a:ext cx="25146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617720"/>
            <a:ext cx="64008" cy="96012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27448"/>
            <a:ext cx="22219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569B4"/>
                </a:solidFill>
                <a:latin typeface="Aptos"/>
              </a:rPr>
              <a:t>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48072"/>
            <a:ext cx="2221992" cy="338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Authorization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617720"/>
            <a:ext cx="25146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4617720"/>
            <a:ext cx="64008" cy="96012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4727448"/>
            <a:ext cx="22219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39197"/>
                </a:solidFill>
                <a:latin typeface="Aptos"/>
              </a:rPr>
              <a:t>Role-Based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148072"/>
            <a:ext cx="2221992" cy="338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Access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4617720"/>
            <a:ext cx="25146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4617720"/>
            <a:ext cx="64008" cy="96012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727448"/>
            <a:ext cx="22219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89757"/>
                </a:solidFill>
                <a:latin typeface="Aptos"/>
              </a:rPr>
              <a:t>Business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148072"/>
            <a:ext cx="2221992" cy="338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&amp; Validations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4617720"/>
            <a:ext cx="25146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41080" y="4617720"/>
            <a:ext cx="64008" cy="96012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59" y="4727448"/>
            <a:ext cx="22219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84896"/>
                </a:solidFill>
                <a:latin typeface="Aptos"/>
              </a:rPr>
              <a:t>Data Persistence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59" y="5148072"/>
            <a:ext cx="2221992" cy="338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&amp;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Key Achievements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5806440" cy="9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64008" cy="90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63040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569B4"/>
                </a:solidFill>
                <a:latin typeface="Aptos"/>
              </a:rPr>
              <a:t>Role-Based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83664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Spring Security separates Admin &amp; Customer permissions.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68312"/>
            <a:ext cx="5806440" cy="9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68312"/>
            <a:ext cx="64008" cy="90000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478040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39197"/>
                </a:solidFill>
                <a:latin typeface="Aptos"/>
              </a:rPr>
              <a:t>Customer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98664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Request, approval &amp; account access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312"/>
            <a:ext cx="5806440" cy="9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383312"/>
            <a:ext cx="64008" cy="90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493040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489757"/>
                </a:solidFill>
                <a:latin typeface="Aptos"/>
              </a:rPr>
              <a:t>Transaction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913664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Deposit, withdrawal, transfer &amp; history with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98312"/>
            <a:ext cx="5806440" cy="9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398312"/>
            <a:ext cx="64008" cy="900000"/>
          </a:xfrm>
          <a:prstGeom prst="rect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508040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E88B19"/>
                </a:solidFill>
                <a:latin typeface="Aptos"/>
              </a:rPr>
              <a:t>Loan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928664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Application, admin approval/rejection &amp; repayment.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13312"/>
            <a:ext cx="5806440" cy="9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413312"/>
            <a:ext cx="64008" cy="90000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523040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584896"/>
                </a:solidFill>
                <a:latin typeface="Aptos"/>
              </a:rPr>
              <a:t>Validation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943664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Account, balance &amp; business rules checked before processing.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VALIDATIONS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Ensuring Data Integrity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17320"/>
            <a:ext cx="571500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417320"/>
            <a:ext cx="64008" cy="105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27048"/>
            <a:ext cx="54223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569B4"/>
                </a:solidFill>
                <a:latin typeface="Aptos"/>
              </a:rPr>
              <a:t>Form Validations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47672"/>
            <a:ext cx="542239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Input validations on all forms to prevent invalid or incomplete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00010"/>
            <a:ext cx="571500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00010"/>
            <a:ext cx="64008" cy="105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809738"/>
            <a:ext cx="54223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489757"/>
                </a:solidFill>
                <a:latin typeface="Aptos"/>
              </a:rPr>
              <a:t>Business Rule Validations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230362"/>
            <a:ext cx="542239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Account, balance, loan eligibility and transaction rules enforced.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982700"/>
            <a:ext cx="571500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3982700"/>
            <a:ext cx="64008" cy="105000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92428"/>
            <a:ext cx="54223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584896"/>
                </a:solidFill>
                <a:latin typeface="Aptos"/>
              </a:rPr>
              <a:t>Secure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513052"/>
            <a:ext cx="542239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Spring Security ensures only authorized users can access features.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5265390"/>
            <a:ext cx="571500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5265390"/>
            <a:ext cx="64008" cy="105000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375118"/>
            <a:ext cx="54223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39197"/>
                </a:solidFill>
                <a:latin typeface="Aptos"/>
              </a:rPr>
              <a:t>Data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795742"/>
            <a:ext cx="542239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Data consistency maintained across all operations.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58521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64008" cy="105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9616"/>
            <a:ext cx="55595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569B4"/>
                </a:solidFill>
                <a:latin typeface="Aptos"/>
              </a:rPr>
              <a:t>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555955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Native mobile app for Android and 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81723"/>
            <a:ext cx="58521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681723"/>
            <a:ext cx="64008" cy="105000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791451"/>
            <a:ext cx="55595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39197"/>
                </a:solidFill>
                <a:latin typeface="Aptos"/>
              </a:rPr>
              <a:t>UPI &amp; Payment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212075"/>
            <a:ext cx="555955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Integrate UPI and payment gateway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73558"/>
            <a:ext cx="58521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973558"/>
            <a:ext cx="64008" cy="105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083286"/>
            <a:ext cx="55595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489757"/>
                </a:solidFill>
                <a:latin typeface="Aptos"/>
              </a:rPr>
              <a:t>Advanced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503910"/>
            <a:ext cx="555955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Reports and dashboards for better insights.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265393"/>
            <a:ext cx="58521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265393"/>
            <a:ext cx="64008" cy="105000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375121"/>
            <a:ext cx="55595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584896"/>
                </a:solidFill>
                <a:latin typeface="Aptos"/>
              </a:rPr>
              <a:t>AI/ML Based Risk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5795745"/>
            <a:ext cx="555955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Intelligent loan approval and fraud detection.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Key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580644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64008" cy="105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27048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569B4"/>
                </a:solidFill>
                <a:latin typeface="Aptos"/>
              </a:rPr>
              <a:t>KEY TAKEAWAY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Understanding of end-to-end banking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00010"/>
            <a:ext cx="580644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700010"/>
            <a:ext cx="64008" cy="105000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809738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39197"/>
                </a:solidFill>
                <a:latin typeface="Aptos"/>
              </a:rPr>
              <a:t>KEY TAKEAWAY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230362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Importance of validations and secure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82700"/>
            <a:ext cx="580644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982700"/>
            <a:ext cx="64008" cy="105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092428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489757"/>
                </a:solidFill>
                <a:latin typeface="Aptos"/>
              </a:rPr>
              <a:t>KEY TAKEAWAY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513052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Hands-on experience with full-stack development.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265390"/>
            <a:ext cx="580644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265390"/>
            <a:ext cx="64008" cy="105000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375118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584896"/>
                </a:solidFill>
                <a:latin typeface="Aptos"/>
              </a:rPr>
              <a:t>KEY TAKEAWAY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5795742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Teamwork, problem solving and documentation skills improved.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Building the Future of Banking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44752"/>
            <a:ext cx="5715000" cy="33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19072"/>
            <a:ext cx="525780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Fin Core demonstrates a complete digital banking solution that streamlines onboarding,
transactions and loan management with security, validation and role-based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5074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39197"/>
                </a:solidFill>
                <a:latin typeface="Aptos"/>
              </a:rPr>
              <a:t>Smart Banking for a Better Tomorrow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703320"/>
            <a:ext cx="5074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82F5D"/>
                </a:solidFill>
                <a:latin typeface="Aptos"/>
              </a:rP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315968"/>
            <a:ext cx="50749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569B4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